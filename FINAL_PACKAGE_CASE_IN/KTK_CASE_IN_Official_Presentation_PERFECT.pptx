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308" r:id="rId2"/>
    <p:sldId id="285" r:id="rId3"/>
    <p:sldId id="321" r:id="rId4"/>
    <p:sldId id="322" r:id="rId5"/>
    <p:sldId id="286" r:id="rId6"/>
    <p:sldId id="310" r:id="rId7"/>
    <p:sldId id="312" r:id="rId8"/>
    <p:sldId id="313" r:id="rId9"/>
    <p:sldId id="314" r:id="rId10"/>
    <p:sldId id="316" r:id="rId11"/>
    <p:sldId id="323" r:id="rId12"/>
    <p:sldId id="317" r:id="rId13"/>
    <p:sldId id="318" r:id="rId14"/>
    <p:sldId id="320" r:id="rId15"/>
    <p:sldId id="309" r:id="rId16"/>
  </p:sldIdLst>
  <p:sldSz cx="9144000" cy="5143500" type="screen16x9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pos="295" userDrawn="1">
          <p15:clr>
            <a:srgbClr val="A4A3A4"/>
          </p15:clr>
        </p15:guide>
        <p15:guide id="3" orient="horz" pos="18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ечер Евгений" initials="ВЕ" lastIdx="1" clrIdx="0">
    <p:extLst>
      <p:ext uri="{19B8F6BF-5375-455C-9EA6-DF929625EA0E}">
        <p15:presenceInfo xmlns:p15="http://schemas.microsoft.com/office/powerpoint/2012/main" userId="918fb46b74789f52" providerId="Windows Live"/>
      </p:ext>
    </p:extLst>
  </p:cmAuthor>
  <p:cmAuthor id="2" name="Artem" initials="A" lastIdx="8" clrIdx="1">
    <p:extLst>
      <p:ext uri="{19B8F6BF-5375-455C-9EA6-DF929625EA0E}">
        <p15:presenceInfo xmlns:p15="http://schemas.microsoft.com/office/powerpoint/2012/main" userId="Artem" providerId="None"/>
      </p:ext>
    </p:extLst>
  </p:cmAuthor>
  <p:cmAuthor id="3" name="tokiplay" initials="t" lastIdx="3" clrIdx="2">
    <p:extLst>
      <p:ext uri="{19B8F6BF-5375-455C-9EA6-DF929625EA0E}">
        <p15:presenceInfo xmlns:p15="http://schemas.microsoft.com/office/powerpoint/2012/main" userId="96a573e395af6520" providerId="Windows Live"/>
      </p:ext>
    </p:extLst>
  </p:cmAuthor>
  <p:cmAuthor id="4" name="Андреева Юлия Олеговна" initials="АЮО" lastIdx="6" clrIdx="3">
    <p:extLst>
      <p:ext uri="{19B8F6BF-5375-455C-9EA6-DF929625EA0E}">
        <p15:presenceInfo xmlns:p15="http://schemas.microsoft.com/office/powerpoint/2012/main" userId="S-1-5-21-2803823264-976895225-1840217349-26703" providerId="AD"/>
      </p:ext>
    </p:extLst>
  </p:cmAuthor>
  <p:cmAuthor id="5" name="Microsoft Office User" initials="MOU" lastIdx="1" clrIdx="4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6" name="Михайлов Сергей Сергеевич" initials="МСС" lastIdx="3" clrIdx="5">
    <p:extLst>
      <p:ext uri="{19B8F6BF-5375-455C-9EA6-DF929625EA0E}">
        <p15:presenceInfo xmlns:p15="http://schemas.microsoft.com/office/powerpoint/2012/main" userId="S-1-5-21-2803823264-976895225-1840217349-276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C7BD0"/>
    <a:srgbClr val="1FBBB0"/>
    <a:srgbClr val="1BA59B"/>
    <a:srgbClr val="21CABF"/>
    <a:srgbClr val="0166B3"/>
    <a:srgbClr val="1B66B3"/>
    <a:srgbClr val="0095DA"/>
    <a:srgbClr val="76AE27"/>
    <a:srgbClr val="079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35" autoAdjust="0"/>
    <p:restoredTop sz="94554"/>
  </p:normalViewPr>
  <p:slideViewPr>
    <p:cSldViewPr>
      <p:cViewPr varScale="1">
        <p:scale>
          <a:sx n="139" d="100"/>
          <a:sy n="139" d="100"/>
        </p:scale>
        <p:origin x="486" y="114"/>
      </p:cViewPr>
      <p:guideLst>
        <p:guide pos="295"/>
        <p:guide orient="horz" pos="18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D12B95DE-707C-4F0B-ADD6-A229D9D75828}" type="datetimeFigureOut">
              <a:rPr lang="ru-RU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1F4B7F4-843C-4E84-98F6-AEE9401CE27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36612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F4B7F4-843C-4E84-98F6-AEE9401CE27B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183413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AC9D6A7-7C7C-472A-A5F4-59B3267723C6}"/>
              </a:ext>
            </a:extLst>
          </p:cNvPr>
          <p:cNvGrpSpPr/>
          <p:nvPr userDrawn="1"/>
        </p:nvGrpSpPr>
        <p:grpSpPr>
          <a:xfrm>
            <a:off x="4171441" y="243136"/>
            <a:ext cx="4756448" cy="4419028"/>
            <a:chOff x="4283969" y="321017"/>
            <a:chExt cx="4531392" cy="4209938"/>
          </a:xfrm>
        </p:grpSpPr>
        <p:pic>
          <p:nvPicPr>
            <p:cNvPr id="8" name="Рисунок 7" descr="Изображение выглядит как окно&#10;&#10;Автоматически созданное описание">
              <a:extLst>
                <a:ext uri="{FF2B5EF4-FFF2-40B4-BE49-F238E27FC236}">
                  <a16:creationId xmlns:a16="http://schemas.microsoft.com/office/drawing/2014/main" id="{DDD94C2E-2973-4D2A-AD0A-FA2F9E319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969" y="3579862"/>
              <a:ext cx="943735" cy="943735"/>
            </a:xfrm>
            <a:prstGeom prst="rect">
              <a:avLst/>
            </a:prstGeom>
          </p:spPr>
        </p:pic>
        <p:pic>
          <p:nvPicPr>
            <p:cNvPr id="9" name="Рисунок 8" descr="Изображение выглядит как легкий, рисунок&#10;&#10;Автоматически созданное описание">
              <a:extLst>
                <a:ext uri="{FF2B5EF4-FFF2-40B4-BE49-F238E27FC236}">
                  <a16:creationId xmlns:a16="http://schemas.microsoft.com/office/drawing/2014/main" id="{3D16FA20-9D21-45AD-83E9-75B357E89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5326" y="3587219"/>
              <a:ext cx="943735" cy="943735"/>
            </a:xfrm>
            <a:prstGeom prst="rect">
              <a:avLst/>
            </a:prstGeom>
          </p:spPr>
        </p:pic>
        <p:pic>
          <p:nvPicPr>
            <p:cNvPr id="10" name="Рисунок 9" descr="Изображение выглядит как рисунок&#10;&#10;Автоматически созданное описание">
              <a:extLst>
                <a:ext uri="{FF2B5EF4-FFF2-40B4-BE49-F238E27FC236}">
                  <a16:creationId xmlns:a16="http://schemas.microsoft.com/office/drawing/2014/main" id="{2B70321D-9E9D-46DE-9810-2258A1A09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3050" y="3587220"/>
              <a:ext cx="943735" cy="943735"/>
            </a:xfrm>
            <a:prstGeom prst="rect">
              <a:avLst/>
            </a:prstGeom>
          </p:spPr>
        </p:pic>
        <p:pic>
          <p:nvPicPr>
            <p:cNvPr id="11" name="Рисунок 10" descr="Изображение выглядит как рисунок&#10;&#10;Автоматически созданное описание">
              <a:extLst>
                <a:ext uri="{FF2B5EF4-FFF2-40B4-BE49-F238E27FC236}">
                  <a16:creationId xmlns:a16="http://schemas.microsoft.com/office/drawing/2014/main" id="{80E05F64-C636-4A75-950B-F41A14559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969" y="1936378"/>
              <a:ext cx="943735" cy="943735"/>
            </a:xfrm>
            <a:prstGeom prst="rect">
              <a:avLst/>
            </a:prstGeom>
          </p:spPr>
        </p:pic>
        <p:pic>
          <p:nvPicPr>
            <p:cNvPr id="12" name="Рисунок 11" descr="Изображение выглядит как окно, рисунок&#10;&#10;Автоматически созданное описание">
              <a:extLst>
                <a:ext uri="{FF2B5EF4-FFF2-40B4-BE49-F238E27FC236}">
                  <a16:creationId xmlns:a16="http://schemas.microsoft.com/office/drawing/2014/main" id="{F0C4C25D-C42C-4FB2-B579-1E6EA5A88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3051" y="1908935"/>
              <a:ext cx="943735" cy="943735"/>
            </a:xfrm>
            <a:prstGeom prst="rect">
              <a:avLst/>
            </a:prstGeom>
          </p:spPr>
        </p:pic>
        <p:pic>
          <p:nvPicPr>
            <p:cNvPr id="13" name="Рисунок 12" descr="Изображение выглядит как рисунок, легкий&#10;&#10;Автоматически созданное описание">
              <a:extLst>
                <a:ext uri="{FF2B5EF4-FFF2-40B4-BE49-F238E27FC236}">
                  <a16:creationId xmlns:a16="http://schemas.microsoft.com/office/drawing/2014/main" id="{C7AD4DA9-4E8B-4E00-BBD9-10E7DB8E7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1626" y="1908935"/>
              <a:ext cx="943735" cy="943735"/>
            </a:xfrm>
            <a:prstGeom prst="rect">
              <a:avLst/>
            </a:prstGeom>
          </p:spPr>
        </p:pic>
        <p:pic>
          <p:nvPicPr>
            <p:cNvPr id="14" name="Рисунок 13" descr="Изображение выглядит как рисунок&#10;&#10;Автоматически созданное описание">
              <a:extLst>
                <a:ext uri="{FF2B5EF4-FFF2-40B4-BE49-F238E27FC236}">
                  <a16:creationId xmlns:a16="http://schemas.microsoft.com/office/drawing/2014/main" id="{95753D21-C6BA-4866-BB63-C98820C79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2060">
              <a:off x="6153049" y="382052"/>
              <a:ext cx="943735" cy="943735"/>
            </a:xfrm>
            <a:prstGeom prst="rect">
              <a:avLst/>
            </a:prstGeom>
          </p:spPr>
        </p:pic>
        <p:pic>
          <p:nvPicPr>
            <p:cNvPr id="15" name="Рисунок 14" descr="Изображение выглядит как легкий&#10;&#10;Автоматически созданное описание">
              <a:extLst>
                <a:ext uri="{FF2B5EF4-FFF2-40B4-BE49-F238E27FC236}">
                  <a16:creationId xmlns:a16="http://schemas.microsoft.com/office/drawing/2014/main" id="{0D29ADAB-81F3-4802-A27A-7FAF9EFD5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5326" y="321017"/>
              <a:ext cx="943735" cy="943735"/>
            </a:xfrm>
            <a:prstGeom prst="rect">
              <a:avLst/>
            </a:prstGeom>
          </p:spPr>
        </p:pic>
        <p:pic>
          <p:nvPicPr>
            <p:cNvPr id="16" name="Рисунок 15" descr="Изображение выглядит как рисунок&#10;&#10;Автоматически созданное описание">
              <a:extLst>
                <a:ext uri="{FF2B5EF4-FFF2-40B4-BE49-F238E27FC236}">
                  <a16:creationId xmlns:a16="http://schemas.microsoft.com/office/drawing/2014/main" id="{B0C90E7D-1642-4279-93F7-CB82E1515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970" y="382051"/>
              <a:ext cx="943735" cy="943735"/>
            </a:xfrm>
            <a:prstGeom prst="rect">
              <a:avLst/>
            </a:prstGeom>
          </p:spPr>
        </p:pic>
      </p:grp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D844698-E840-4B6F-816E-6867A3512776}"/>
              </a:ext>
            </a:extLst>
          </p:cNvPr>
          <p:cNvSpPr/>
          <p:nvPr userDrawn="1"/>
        </p:nvSpPr>
        <p:spPr>
          <a:xfrm>
            <a:off x="-744" y="0"/>
            <a:ext cx="9140825" cy="5143500"/>
          </a:xfrm>
          <a:prstGeom prst="rect">
            <a:avLst/>
          </a:prstGeom>
          <a:solidFill>
            <a:srgbClr val="0166B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18" name="Рисунок 17" descr="Изображение выглядит как еда, рисунок, знак&#10;&#10;Автоматически созданное описание">
            <a:extLst>
              <a:ext uri="{FF2B5EF4-FFF2-40B4-BE49-F238E27FC236}">
                <a16:creationId xmlns:a16="http://schemas.microsoft.com/office/drawing/2014/main" id="{0F0BC202-3862-47B8-913E-802E0E01B39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37" y="263302"/>
            <a:ext cx="1552252" cy="7090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6F33B-C104-4810-B1B9-487C5AA50F76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A57E3-EA23-4E01-B1DF-72CA8D4A16E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E2446-5CD3-42D6-8806-5D75BADF753B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713FFA-F596-48D8-AB9D-F12DCD7417FD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BBF74-A991-44DA-A911-BDC6FB1DAF7C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DBB23A-6539-4C39-9672-AA0023A4A2A1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42FAD-AA3C-4C77-B5FE-275A2FDA993E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479FC-9093-4DA1-AAE9-3AB5D30110B2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19FFB-5D8E-4EE1-9EA6-DDA56B9D9C4C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77CEF-DC58-476A-B444-91792B50813D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75D8D-0BC5-41D9-B40A-D906C2B7330C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32D34B-3074-49F9-BFF4-B1A1EE3AFDCD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972DC-8F17-4ED8-9DA0-E162C9349712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91DE04-1ADA-4F55-AB49-252B69A37822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E6CF2-9989-4120-91CF-EC1BC8DECD87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EAF457-91DA-4FD9-8228-4E6EC9543CF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6B45D-8B5D-4477-860D-A1C9D56BB95C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430D33-8F23-48B5-97FD-EBC88D725DA0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BF5CA-F70D-4860-869D-CD27ECC015B8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6A5FB-F50C-4411-BEDF-3BB26F07CB67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05978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DB5831D-7BEB-434B-AAEF-A4E5F030E876}" type="datetime1">
              <a:rPr lang="ru-RU" smtClean="0"/>
              <a:pPr>
                <a:defRPr/>
              </a:pPr>
              <a:t>29.06.2026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66671EC4-17C9-4D90-BDFA-B05C2BAD4823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9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5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7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4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6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14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40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3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68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8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40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37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22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Шаблон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</Template>
  <TotalTime>3183</TotalTime>
  <Words>542</Words>
  <Application>Microsoft Office PowerPoint</Application>
  <PresentationFormat>Экран (16:9)</PresentationFormat>
  <Paragraphs>117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Arial Narrow</vt:lpstr>
      <vt:lpstr>Calibri</vt:lpstr>
      <vt:lpstr>Шаблон</vt:lpstr>
      <vt:lpstr>Презентация PowerPoint</vt:lpstr>
      <vt:lpstr>Название команды</vt:lpstr>
      <vt:lpstr>Бизнес-требования, функционально-технические требования, нефункциональные требования</vt:lpstr>
      <vt:lpstr>Презентация PowerPoint</vt:lpstr>
      <vt:lpstr>Архитектура решения, используемые  технологии и компоненты</vt:lpstr>
      <vt:lpstr>Архитектура решения, используемые  технологии и компоненты</vt:lpstr>
      <vt:lpstr>Техническая реализация решения</vt:lpstr>
      <vt:lpstr>Техническая реализация решения</vt:lpstr>
      <vt:lpstr>Техническая реализация решения</vt:lpstr>
      <vt:lpstr>Конкурентоспособность  и перспективы внедрения</vt:lpstr>
      <vt:lpstr>Конкурентоспособность  и перспективы внедрения</vt:lpstr>
      <vt:lpstr>Использование инструментов  искусственного интеллекта</vt:lpstr>
      <vt:lpstr>Инфраструктура решения</vt:lpstr>
      <vt:lpstr>Информационная безопасность</vt:lpstr>
      <vt:lpstr>Презентация PowerPoint</vt:lpstr>
    </vt:vector>
  </TitlesOfParts>
  <Company>РусГидро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Требования к структуре и формату презентаций бизнес кейсов</dc:title>
  <dc:creator>Леванковский</dc:creator>
  <cp:lastModifiedBy>Аленушка</cp:lastModifiedBy>
  <cp:revision>258</cp:revision>
  <dcterms:created xsi:type="dcterms:W3CDTF">2013-07-08T05:17:23Z</dcterms:created>
  <dcterms:modified xsi:type="dcterms:W3CDTF">2026-06-29T10:21:30Z</dcterms:modified>
</cp:coreProperties>
</file>